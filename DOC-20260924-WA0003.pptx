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ComicCraft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61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AI Comic Story Creator using Gemini Model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Team Leader: R. Naresh</a:t>
            </a:r>
          </a:p>
          <a:p>
            <a:pPr>
              <a:spcAft>
                <a:spcPts val="1200"/>
              </a:spcAft>
              <a:defRPr sz="2300" b="1">
                <a:solidFill>
                  <a:srgbClr val="2D2D2D"/>
                </a:solidFill>
              </a:defRPr>
            </a:pPr>
            <a:r>
              <a:t>Team Members: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G. Mounasri  •  T. Murugaprakesh  •  I. Naveenkumar  •  R. Nethra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61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ComicCraft is an AI-powered application for creating comic stories.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It uses the Gemini model to generate creative story content from user ideas.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system can help create characters, dialogues, scenes and story flow.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Goal: make comic creation simple, fast and accessible to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61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Creating a complete comic manually can take a lot of time and effort.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Users may find it difficult to develop story ideas, dialogues and scene descriptions.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Traditional comic creation often requires writing and artistic skills.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ComicCraft reduces these difficulties by using AI-assisted story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ComicCraft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61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1. User enters a story idea or theme.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2. Gemini Model understands the prompt and generates story content.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3. AI creates characters, scenes and dialogues in a structured format.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4. The generated content is arranged into a comic-style story.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5. User can review, edit and refine the generated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Features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61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2D2D2D"/>
                </a:solidFill>
              </a:defRPr>
            </a:pPr>
            <a:r>
              <a:t>Key Features: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AI story generation  • Character and dialogue creation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Scene-by-scene comic structure  • Easy prompt-based interaction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Editable and creative story output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</a:p>
          <a:p>
            <a:pPr>
              <a:spcAft>
                <a:spcPts val="1200"/>
              </a:spcAft>
              <a:defRPr sz="2300" b="1">
                <a:solidFill>
                  <a:srgbClr val="2D2D2D"/>
                </a:solidFill>
              </a:defRPr>
            </a:pPr>
            <a:r>
              <a:t>Technology: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Gemini Model / Generative AI  • Application interface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Prompt engineering  • Text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Benefits,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61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2D2D2D"/>
                </a:solidFill>
              </a:defRPr>
            </a:pPr>
            <a:r>
              <a:t>Benefits: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Saves time and supports creative thinking.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Helps beginners create stories without advanced writing skills.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Makes comic storytelling more interactive and engaging.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</a:p>
          <a:p>
            <a:pPr>
              <a:spcAft>
                <a:spcPts val="1200"/>
              </a:spcAft>
              <a:defRPr sz="2300" b="1">
                <a:solidFill>
                  <a:srgbClr val="2D2D2D"/>
                </a:solidFill>
              </a:defRPr>
            </a:pPr>
            <a:r>
              <a:t>Future Scope: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AI-generated comic images and character art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Voice narration, multiple languages and export to PDF/video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Conclusion: ComicCraft combines creativity and Gemini AI to simplify comic story creation.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